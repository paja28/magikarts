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9" r:id="rId3"/>
    <p:sldId id="257" r:id="rId4"/>
    <p:sldId id="260" r:id="rId5"/>
    <p:sldId id="261" r:id="rId6"/>
    <p:sldId id="258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2ECB7963-F12F-4A4B-9A09-CB828C77C978}" type="datetimeFigureOut">
              <a:rPr lang="cs-CZ" smtClean="0"/>
              <a:t>04.03.2026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A8C4474C-6E15-4DAA-8445-72750B482A2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277672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B7963-F12F-4A4B-9A09-CB828C77C978}" type="datetimeFigureOut">
              <a:rPr lang="cs-CZ" smtClean="0"/>
              <a:t>04.03.2026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4474C-6E15-4DAA-8445-72750B482A2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061734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ECB7963-F12F-4A4B-9A09-CB828C77C978}" type="datetimeFigureOut">
              <a:rPr lang="cs-CZ" smtClean="0"/>
              <a:t>04.03.2026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A8C4474C-6E15-4DAA-8445-72750B482A2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952767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B7963-F12F-4A4B-9A09-CB828C77C978}" type="datetimeFigureOut">
              <a:rPr lang="cs-CZ" smtClean="0"/>
              <a:t>04.03.2026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4474C-6E15-4DAA-8445-72750B482A2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036577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B7963-F12F-4A4B-9A09-CB828C77C978}" type="datetimeFigureOut">
              <a:rPr lang="cs-CZ" smtClean="0"/>
              <a:t>04.03.2026</a:t>
            </a:fld>
            <a:endParaRPr lang="cs-C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4474C-6E15-4DAA-8445-72750B482A2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140168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B7963-F12F-4A4B-9A09-CB828C77C978}" type="datetimeFigureOut">
              <a:rPr lang="cs-CZ" smtClean="0"/>
              <a:t>04.03.2026</a:t>
            </a:fld>
            <a:endParaRPr lang="cs-C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4474C-6E15-4DAA-8445-72750B482A2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779561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B7963-F12F-4A4B-9A09-CB828C77C978}" type="datetimeFigureOut">
              <a:rPr lang="cs-CZ" smtClean="0"/>
              <a:t>04.03.2026</a:t>
            </a:fld>
            <a:endParaRPr lang="cs-CZ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4474C-6E15-4DAA-8445-72750B482A2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619136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B7963-F12F-4A4B-9A09-CB828C77C978}" type="datetimeFigureOut">
              <a:rPr lang="cs-CZ" smtClean="0"/>
              <a:t>04.03.2026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4474C-6E15-4DAA-8445-72750B482A2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441852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B7963-F12F-4A4B-9A09-CB828C77C978}" type="datetimeFigureOut">
              <a:rPr lang="cs-CZ" smtClean="0"/>
              <a:t>04.03.2026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4474C-6E15-4DAA-8445-72750B482A2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87876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tický obrázek s popis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B7963-F12F-4A4B-9A09-CB828C77C978}" type="datetimeFigureOut">
              <a:rPr lang="cs-CZ" smtClean="0"/>
              <a:t>04.03.2026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4474C-6E15-4DAA-8445-72750B482A2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797019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ázev a popis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ECB7963-F12F-4A4B-9A09-CB828C77C978}" type="datetimeFigureOut">
              <a:rPr lang="cs-CZ" smtClean="0"/>
              <a:t>04.03.2026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A8C4474C-6E15-4DAA-8445-72750B482A2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439624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ce s popis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ECB7963-F12F-4A4B-9A09-CB828C77C978}" type="datetimeFigureOut">
              <a:rPr lang="cs-CZ" smtClean="0"/>
              <a:t>04.03.2026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A8C4474C-6E15-4DAA-8445-72750B482A24}" type="slidenum">
              <a:rPr lang="cs-CZ" smtClean="0"/>
              <a:t>‹#›</a:t>
            </a:fld>
            <a:endParaRPr lang="cs-CZ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990345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Jmenov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ECB7963-F12F-4A4B-9A09-CB828C77C978}" type="datetimeFigureOut">
              <a:rPr lang="cs-CZ" smtClean="0"/>
              <a:t>04.03.2026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A8C4474C-6E15-4DAA-8445-72750B482A2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893153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loup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B7963-F12F-4A4B-9A09-CB828C77C978}" type="datetimeFigureOut">
              <a:rPr lang="cs-CZ" smtClean="0"/>
              <a:t>04.03.2026</a:t>
            </a:fld>
            <a:endParaRPr lang="cs-C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4474C-6E15-4DAA-8445-72750B482A2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464003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loupce s obrázk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B7963-F12F-4A4B-9A09-CB828C77C978}" type="datetimeFigureOut">
              <a:rPr lang="cs-CZ" smtClean="0"/>
              <a:t>04.03.2026</a:t>
            </a:fld>
            <a:endParaRPr lang="cs-C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4474C-6E15-4DAA-8445-72750B482A2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237504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B7963-F12F-4A4B-9A09-CB828C77C978}" type="datetimeFigureOut">
              <a:rPr lang="cs-CZ" smtClean="0"/>
              <a:t>04.03.2026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4474C-6E15-4DAA-8445-72750B482A2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620175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ECB7963-F12F-4A4B-9A09-CB828C77C978}" type="datetimeFigureOut">
              <a:rPr lang="cs-CZ" smtClean="0"/>
              <a:t>04.03.2026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A8C4474C-6E15-4DAA-8445-72750B482A2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742240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CB7963-F12F-4A4B-9A09-CB828C77C978}" type="datetimeFigureOut">
              <a:rPr lang="cs-CZ" smtClean="0"/>
              <a:t>04.03.2026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C4474C-6E15-4DAA-8445-72750B482A2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8951170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B19CB93-0EBF-65E2-42A2-EA085E97835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cs-CZ" sz="13800" b="1" dirty="0"/>
              <a:t>MagiKarts</a:t>
            </a:r>
            <a:endParaRPr lang="cs-CZ" b="1" dirty="0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613AD14E-E1EE-0701-F981-45997FFA72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74571"/>
            <a:ext cx="9144000" cy="1655762"/>
          </a:xfrm>
        </p:spPr>
        <p:txBody>
          <a:bodyPr>
            <a:normAutofit/>
          </a:bodyPr>
          <a:lstStyle/>
          <a:p>
            <a:pPr algn="ctr"/>
            <a:r>
              <a:rPr lang="cs-CZ" sz="3200" dirty="0"/>
              <a:t>Pavel Dvořák &amp; Oliver Götz</a:t>
            </a:r>
          </a:p>
          <a:p>
            <a:pPr algn="ctr"/>
            <a:r>
              <a:rPr lang="cs-CZ" sz="3200" dirty="0"/>
              <a:t>ITA3</a:t>
            </a:r>
          </a:p>
        </p:txBody>
      </p:sp>
    </p:spTree>
    <p:extLst>
      <p:ext uri="{BB962C8B-B14F-4D97-AF65-F5344CB8AC3E}">
        <p14:creationId xmlns:p14="http://schemas.microsoft.com/office/powerpoint/2010/main" val="20468484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D06890B-8800-2073-E6BE-E8529E0D1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Historie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490CE59-36DB-7EC8-98D3-DD736D0BD6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0"/>
            <a:ext cx="10820400" cy="4146973"/>
          </a:xfrm>
        </p:spPr>
        <p:txBody>
          <a:bodyPr>
            <a:normAutofit fontScale="92500" lnSpcReduction="10000"/>
          </a:bodyPr>
          <a:lstStyle/>
          <a:p>
            <a:r>
              <a:rPr lang="cs-CZ" sz="2800" dirty="0"/>
              <a:t>Nápad 	     </a:t>
            </a:r>
            <a:r>
              <a:rPr lang="cs-CZ" sz="2800" dirty="0">
                <a:sym typeface="Wingdings" panose="05000000000000000000" pitchFamily="2" charset="2"/>
              </a:rPr>
              <a:t></a:t>
            </a:r>
            <a:endParaRPr lang="cs-CZ" sz="2800" dirty="0"/>
          </a:p>
          <a:p>
            <a:endParaRPr lang="cs-CZ" sz="2800" dirty="0"/>
          </a:p>
          <a:p>
            <a:r>
              <a:rPr lang="cs-CZ" sz="2800" dirty="0"/>
              <a:t>Tvorba</a:t>
            </a:r>
          </a:p>
          <a:p>
            <a:pPr lvl="1"/>
            <a:r>
              <a:rPr lang="cs-CZ" sz="2800" dirty="0"/>
              <a:t>HTML kostra</a:t>
            </a:r>
          </a:p>
          <a:p>
            <a:pPr lvl="1"/>
            <a:r>
              <a:rPr lang="cs-CZ" sz="2800" dirty="0"/>
              <a:t>CSS</a:t>
            </a:r>
          </a:p>
          <a:p>
            <a:pPr lvl="1"/>
            <a:r>
              <a:rPr lang="cs-CZ" sz="2800" dirty="0"/>
              <a:t>JavaScript</a:t>
            </a:r>
          </a:p>
          <a:p>
            <a:pPr lvl="1"/>
            <a:r>
              <a:rPr lang="cs-CZ" sz="2800" dirty="0"/>
              <a:t>Grafika</a:t>
            </a:r>
          </a:p>
          <a:p>
            <a:pPr lvl="1"/>
            <a:r>
              <a:rPr lang="cs-CZ" sz="2800" dirty="0"/>
              <a:t>Debugging</a:t>
            </a:r>
          </a:p>
          <a:p>
            <a:pPr lvl="1"/>
            <a:endParaRPr lang="cs-CZ" sz="2800" dirty="0"/>
          </a:p>
          <a:p>
            <a:r>
              <a:rPr lang="cs-CZ" sz="2800" dirty="0"/>
              <a:t>Představení</a:t>
            </a:r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CA4FF13A-579A-B15A-D876-571CAE9AB4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7022" y="4833748"/>
            <a:ext cx="1394954" cy="1418148"/>
          </a:xfrm>
          <a:prstGeom prst="rect">
            <a:avLst/>
          </a:prstGeom>
        </p:spPr>
      </p:pic>
      <p:pic>
        <p:nvPicPr>
          <p:cNvPr id="7" name="Obrázek 6">
            <a:extLst>
              <a:ext uri="{FF2B5EF4-FFF2-40B4-BE49-F238E27FC236}">
                <a16:creationId xmlns:a16="http://schemas.microsoft.com/office/drawing/2014/main" id="{F761E08E-89CD-0452-79D4-681212D8D6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8803" y="4342616"/>
            <a:ext cx="1268582" cy="1909280"/>
          </a:xfrm>
          <a:prstGeom prst="rect">
            <a:avLst/>
          </a:prstGeom>
        </p:spPr>
      </p:pic>
      <p:pic>
        <p:nvPicPr>
          <p:cNvPr id="9" name="Obrázek 8">
            <a:extLst>
              <a:ext uri="{FF2B5EF4-FFF2-40B4-BE49-F238E27FC236}">
                <a16:creationId xmlns:a16="http://schemas.microsoft.com/office/drawing/2014/main" id="{0587DA21-20B8-4158-7322-7E1CA7F5C6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4212" y="3931056"/>
            <a:ext cx="1445875" cy="2320840"/>
          </a:xfrm>
          <a:prstGeom prst="rect">
            <a:avLst/>
          </a:prstGeom>
        </p:spPr>
      </p:pic>
      <p:pic>
        <p:nvPicPr>
          <p:cNvPr id="11" name="Obrázek 10">
            <a:extLst>
              <a:ext uri="{FF2B5EF4-FFF2-40B4-BE49-F238E27FC236}">
                <a16:creationId xmlns:a16="http://schemas.microsoft.com/office/drawing/2014/main" id="{6BD7C881-D809-A783-0726-44C01D2250A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6914" y="3527462"/>
            <a:ext cx="1816289" cy="2724434"/>
          </a:xfrm>
          <a:prstGeom prst="rect">
            <a:avLst/>
          </a:prstGeom>
        </p:spPr>
      </p:pic>
      <p:sp>
        <p:nvSpPr>
          <p:cNvPr id="18" name="Šipka: doprava 17">
            <a:extLst>
              <a:ext uri="{FF2B5EF4-FFF2-40B4-BE49-F238E27FC236}">
                <a16:creationId xmlns:a16="http://schemas.microsoft.com/office/drawing/2014/main" id="{CCD5EBD1-79B6-25A7-A549-DB0648E000CD}"/>
              </a:ext>
            </a:extLst>
          </p:cNvPr>
          <p:cNvSpPr/>
          <p:nvPr/>
        </p:nvSpPr>
        <p:spPr>
          <a:xfrm>
            <a:off x="5307022" y="6379923"/>
            <a:ext cx="6715644" cy="312687"/>
          </a:xfrm>
          <a:prstGeom prst="rightArrow">
            <a:avLst/>
          </a:prstGeom>
          <a:solidFill>
            <a:srgbClr val="7030A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>
              <a:solidFill>
                <a:schemeClr val="bg1"/>
              </a:solidFill>
              <a:highlight>
                <a:srgbClr val="FFFF00"/>
              </a:highlight>
            </a:endParaRPr>
          </a:p>
        </p:txBody>
      </p:sp>
      <p:pic>
        <p:nvPicPr>
          <p:cNvPr id="22" name="Obrázek 21">
            <a:extLst>
              <a:ext uri="{FF2B5EF4-FFF2-40B4-BE49-F238E27FC236}">
                <a16:creationId xmlns:a16="http://schemas.microsoft.com/office/drawing/2014/main" id="{93943F8F-6523-086B-FDF0-CB7E1785E5F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8170" y="1167184"/>
            <a:ext cx="3499346" cy="2194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8847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83DA134-C531-7782-0A1F-E3E453BA5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Použité Platformy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BAF009B-AD5C-5349-12BD-EC295799CC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cs-CZ" sz="2800" dirty="0"/>
              <a:t>Realizace projektu 		</a:t>
            </a:r>
            <a:r>
              <a:rPr lang="cs-CZ" sz="2800" dirty="0">
                <a:sym typeface="Wingdings" panose="05000000000000000000" pitchFamily="2" charset="2"/>
              </a:rPr>
              <a:t></a:t>
            </a:r>
            <a:r>
              <a:rPr lang="cs-CZ" sz="2800" dirty="0"/>
              <a:t>			Github</a:t>
            </a:r>
          </a:p>
          <a:p>
            <a:endParaRPr lang="cs-CZ" sz="2800" dirty="0"/>
          </a:p>
          <a:p>
            <a:r>
              <a:rPr lang="cs-CZ" sz="2800" dirty="0"/>
              <a:t>Kanban				</a:t>
            </a:r>
            <a:r>
              <a:rPr lang="cs-CZ" sz="2800" dirty="0">
                <a:sym typeface="Wingdings" panose="05000000000000000000" pitchFamily="2" charset="2"/>
              </a:rPr>
              <a:t></a:t>
            </a:r>
            <a:r>
              <a:rPr lang="cs-CZ" sz="2800" dirty="0"/>
              <a:t> 			Freelo</a:t>
            </a:r>
          </a:p>
          <a:p>
            <a:endParaRPr lang="cs-CZ" sz="2800" dirty="0"/>
          </a:p>
          <a:p>
            <a:r>
              <a:rPr lang="cs-CZ" sz="2800" dirty="0"/>
              <a:t>Programování 			</a:t>
            </a:r>
            <a:r>
              <a:rPr lang="cs-CZ" sz="2800" dirty="0">
                <a:sym typeface="Wingdings" panose="05000000000000000000" pitchFamily="2" charset="2"/>
              </a:rPr>
              <a:t></a:t>
            </a:r>
            <a:r>
              <a:rPr lang="cs-CZ" sz="2800" dirty="0"/>
              <a:t> 			Visual Studio Code</a:t>
            </a:r>
          </a:p>
          <a:p>
            <a:endParaRPr lang="cs-CZ" sz="2800" dirty="0"/>
          </a:p>
          <a:p>
            <a:r>
              <a:rPr lang="cs-CZ" sz="2800" dirty="0"/>
              <a:t>Grafika 				</a:t>
            </a:r>
            <a:r>
              <a:rPr lang="cs-CZ" sz="2800" dirty="0">
                <a:sym typeface="Wingdings" panose="05000000000000000000" pitchFamily="2" charset="2"/>
              </a:rPr>
              <a:t></a:t>
            </a:r>
            <a:r>
              <a:rPr lang="cs-CZ" sz="2800" dirty="0"/>
              <a:t> 			Aseprite, Libresprite</a:t>
            </a:r>
          </a:p>
          <a:p>
            <a:endParaRPr lang="cs-CZ" sz="2800" dirty="0"/>
          </a:p>
          <a:p>
            <a:r>
              <a:rPr lang="cs-CZ" sz="2800" dirty="0"/>
              <a:t>Komunikace 			</a:t>
            </a:r>
            <a:r>
              <a:rPr lang="cs-CZ" sz="2800" dirty="0">
                <a:sym typeface="Wingdings" panose="05000000000000000000" pitchFamily="2" charset="2"/>
              </a:rPr>
              <a:t></a:t>
            </a:r>
            <a:r>
              <a:rPr lang="cs-CZ" sz="2800" dirty="0"/>
              <a:t> 			Discord</a:t>
            </a:r>
          </a:p>
          <a:p>
            <a:pPr marL="0" indent="0">
              <a:buNone/>
            </a:pPr>
            <a:endParaRPr lang="cs-CZ" sz="2800" dirty="0"/>
          </a:p>
        </p:txBody>
      </p:sp>
    </p:spTree>
    <p:extLst>
      <p:ext uri="{BB962C8B-B14F-4D97-AF65-F5344CB8AC3E}">
        <p14:creationId xmlns:p14="http://schemas.microsoft.com/office/powerpoint/2010/main" val="12920662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AF111D4-9016-727D-C495-F1C9C9BA4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Budoucnost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68BC18F-9761-98C8-BF61-78B2B9FFDA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Plánuje se pokračovat s projektem</a:t>
            </a:r>
          </a:p>
          <a:p>
            <a:r>
              <a:rPr lang="cs-CZ" dirty="0"/>
              <a:t>Nové karty, mechaniky, multiplayer…</a:t>
            </a:r>
          </a:p>
        </p:txBody>
      </p:sp>
      <p:pic>
        <p:nvPicPr>
          <p:cNvPr id="13" name="Obrázek 12">
            <a:extLst>
              <a:ext uri="{FF2B5EF4-FFF2-40B4-BE49-F238E27FC236}">
                <a16:creationId xmlns:a16="http://schemas.microsoft.com/office/drawing/2014/main" id="{6060F590-3127-4F09-F45E-A6D2CC15F1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146" r="38822" b="4047"/>
          <a:stretch>
            <a:fillRect/>
          </a:stretch>
        </p:blipFill>
        <p:spPr>
          <a:xfrm>
            <a:off x="1640777" y="4324972"/>
            <a:ext cx="2259941" cy="1893713"/>
          </a:xfrm>
          <a:prstGeom prst="rect">
            <a:avLst/>
          </a:prstGeom>
        </p:spPr>
      </p:pic>
      <p:pic>
        <p:nvPicPr>
          <p:cNvPr id="5" name="Obrázek 4">
            <a:extLst>
              <a:ext uri="{FF2B5EF4-FFF2-40B4-BE49-F238E27FC236}">
                <a16:creationId xmlns:a16="http://schemas.microsoft.com/office/drawing/2014/main" id="{E55CCAE1-6BDB-C2E3-A75C-44C4833840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333" r="47223" b="7322"/>
          <a:stretch>
            <a:fillRect/>
          </a:stretch>
        </p:blipFill>
        <p:spPr>
          <a:xfrm>
            <a:off x="4280384" y="3507377"/>
            <a:ext cx="2959444" cy="2779887"/>
          </a:xfrm>
          <a:prstGeom prst="rect">
            <a:avLst/>
          </a:prstGeom>
        </p:spPr>
      </p:pic>
      <p:pic>
        <p:nvPicPr>
          <p:cNvPr id="9" name="Obrázek 8">
            <a:extLst>
              <a:ext uri="{FF2B5EF4-FFF2-40B4-BE49-F238E27FC236}">
                <a16:creationId xmlns:a16="http://schemas.microsoft.com/office/drawing/2014/main" id="{E4761447-A519-FFD3-E87B-B0BC252C19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9494" y="2209151"/>
            <a:ext cx="4352372" cy="4078113"/>
          </a:xfrm>
          <a:prstGeom prst="rect">
            <a:avLst/>
          </a:prstGeom>
        </p:spPr>
      </p:pic>
      <p:sp>
        <p:nvSpPr>
          <p:cNvPr id="14" name="Šipka: doprava 13">
            <a:extLst>
              <a:ext uri="{FF2B5EF4-FFF2-40B4-BE49-F238E27FC236}">
                <a16:creationId xmlns:a16="http://schemas.microsoft.com/office/drawing/2014/main" id="{C0CA7BD3-891E-84FC-9853-F3C65C544B8C}"/>
              </a:ext>
            </a:extLst>
          </p:cNvPr>
          <p:cNvSpPr/>
          <p:nvPr/>
        </p:nvSpPr>
        <p:spPr>
          <a:xfrm>
            <a:off x="1640777" y="6439014"/>
            <a:ext cx="10331089" cy="258119"/>
          </a:xfrm>
          <a:prstGeom prst="rightArrow">
            <a:avLst/>
          </a:prstGeom>
          <a:solidFill>
            <a:srgbClr val="7030A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339897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94D08E0-E5C2-4CBB-C54F-975850C9D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představení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DC66AE3-55EA-AF7A-0F08-0F3C696AF8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Karetní hra</a:t>
            </a:r>
          </a:p>
          <a:p>
            <a:r>
              <a:rPr lang="cs-CZ" dirty="0"/>
              <a:t>Fantasy tématika</a:t>
            </a:r>
          </a:p>
          <a:p>
            <a:r>
              <a:rPr lang="cs-CZ" dirty="0"/>
              <a:t>Kola založený na tazích</a:t>
            </a:r>
          </a:p>
          <a:p>
            <a:r>
              <a:rPr lang="cs-CZ" dirty="0"/>
              <a:t>Karty mají třídy, ovlivňuje boj</a:t>
            </a:r>
          </a:p>
          <a:p>
            <a:r>
              <a:rPr lang="cs-CZ" dirty="0"/>
              <a:t>Vyhrává hráč s více body</a:t>
            </a:r>
          </a:p>
          <a:p>
            <a:endParaRPr lang="cs-CZ" dirty="0"/>
          </a:p>
          <a:p>
            <a:pPr marL="0" indent="0">
              <a:buNone/>
            </a:pP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7543778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54DDCEE-95CC-9617-C7F1-597CF9E6DD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7200" y="391840"/>
            <a:ext cx="8610600" cy="1293028"/>
          </a:xfrm>
        </p:spPr>
        <p:txBody>
          <a:bodyPr/>
          <a:lstStyle/>
          <a:p>
            <a:r>
              <a:rPr lang="cs-CZ" dirty="0"/>
              <a:t>Děkuji za pozornost</a:t>
            </a:r>
          </a:p>
        </p:txBody>
      </p:sp>
      <p:pic>
        <p:nvPicPr>
          <p:cNvPr id="20" name="Obrázek 19">
            <a:extLst>
              <a:ext uri="{FF2B5EF4-FFF2-40B4-BE49-F238E27FC236}">
                <a16:creationId xmlns:a16="http://schemas.microsoft.com/office/drawing/2014/main" id="{A46F183C-5024-FD85-449F-136C6C184D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90133"/>
            <a:ext cx="12192000" cy="5367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570518"/>
      </p:ext>
    </p:extLst>
  </p:cSld>
  <p:clrMapOvr>
    <a:masterClrMapping/>
  </p:clrMapOvr>
</p:sld>
</file>

<file path=ppt/theme/theme1.xml><?xml version="1.0" encoding="utf-8"?>
<a:theme xmlns:a="http://schemas.openxmlformats.org/drawingml/2006/main" name="Kondenzační stopa">
  <a:themeElements>
    <a:clrScheme name="Kondenzační stopa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Kondenzační stopa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ondenzační stopa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TM04033937[[fn=Kondenzační stopa]]</Template>
  <TotalTime>76</TotalTime>
  <Words>109</Words>
  <Application>Microsoft Office PowerPoint</Application>
  <PresentationFormat>Širokoúhlá obrazovka</PresentationFormat>
  <Paragraphs>34</Paragraphs>
  <Slides>6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6</vt:i4>
      </vt:variant>
    </vt:vector>
  </HeadingPairs>
  <TitlesOfParts>
    <vt:vector size="10" baseType="lpstr">
      <vt:lpstr>Arial</vt:lpstr>
      <vt:lpstr>Century Gothic</vt:lpstr>
      <vt:lpstr>Wingdings</vt:lpstr>
      <vt:lpstr>Kondenzační stopa</vt:lpstr>
      <vt:lpstr>MagiKarts</vt:lpstr>
      <vt:lpstr>Historie</vt:lpstr>
      <vt:lpstr>Použité Platformy</vt:lpstr>
      <vt:lpstr>Budoucnost</vt:lpstr>
      <vt:lpstr>představení</vt:lpstr>
      <vt:lpstr>Děkuji za pozornost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Oliver Götz</dc:creator>
  <cp:lastModifiedBy>Oliver Götz</cp:lastModifiedBy>
  <cp:revision>17</cp:revision>
  <dcterms:created xsi:type="dcterms:W3CDTF">2026-03-04T20:45:50Z</dcterms:created>
  <dcterms:modified xsi:type="dcterms:W3CDTF">2026-03-04T22:03:20Z</dcterms:modified>
</cp:coreProperties>
</file>