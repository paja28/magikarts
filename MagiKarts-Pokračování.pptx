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9" r:id="rId3"/>
    <p:sldId id="257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ED68E-CBB5-4845-96D0-17F8303DB76C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297D-7DC5-4F7E-8362-B99DF74CEF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8496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9297D-7DC5-4F7E-8362-B99DF74CEF15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5317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776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617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527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365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01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795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191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418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787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970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3962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9034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9315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6400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3750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2017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422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B7963-F12F-4A4B-9A09-CB828C77C978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95117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19CB93-0EBF-65E2-42A2-EA085E978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353" y="2323358"/>
            <a:ext cx="9448800" cy="1825096"/>
          </a:xfrm>
        </p:spPr>
        <p:txBody>
          <a:bodyPr>
            <a:noAutofit/>
          </a:bodyPr>
          <a:lstStyle/>
          <a:p>
            <a:r>
              <a:rPr lang="cs-CZ" sz="9600" b="1" dirty="0"/>
              <a:t>MagiKarts -</a:t>
            </a:r>
            <a:br>
              <a:rPr lang="cs-CZ" sz="9600" b="1" dirty="0"/>
            </a:br>
            <a:r>
              <a:rPr lang="cs-CZ" sz="9600" b="1" dirty="0"/>
              <a:t>pokračování</a:t>
            </a:r>
            <a:endParaRPr lang="cs-CZ" sz="4400" b="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13AD14E-E1EE-0701-F981-45997FFA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753" y="4494524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cs-CZ" sz="3200" dirty="0"/>
              <a:t>Pavel Dvořák &amp; Oliver Götz</a:t>
            </a:r>
          </a:p>
          <a:p>
            <a:pPr algn="ctr"/>
            <a:r>
              <a:rPr lang="cs-CZ" sz="3200" dirty="0"/>
              <a:t>ITA3</a:t>
            </a:r>
          </a:p>
        </p:txBody>
      </p:sp>
    </p:spTree>
    <p:extLst>
      <p:ext uri="{BB962C8B-B14F-4D97-AF65-F5344CB8AC3E}">
        <p14:creationId xmlns:p14="http://schemas.microsoft.com/office/powerpoint/2010/main" val="204684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06890B-8800-2073-E6BE-E8529E0D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Historie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90CE59-36DB-7EC8-98D3-DD736D0BD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658" y="2234282"/>
            <a:ext cx="10820400" cy="4146973"/>
          </a:xfrm>
        </p:spPr>
        <p:txBody>
          <a:bodyPr>
            <a:normAutofit/>
          </a:bodyPr>
          <a:lstStyle/>
          <a:p>
            <a:r>
              <a:rPr lang="cs-CZ" sz="2800" dirty="0"/>
              <a:t>Nápad 	     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endParaRPr lang="cs-CZ" sz="2800" dirty="0"/>
          </a:p>
          <a:p>
            <a:endParaRPr lang="cs-CZ" sz="2800" dirty="0"/>
          </a:p>
          <a:p>
            <a:r>
              <a:rPr lang="cs-CZ" sz="2800" dirty="0"/>
              <a:t>Tvorba</a:t>
            </a:r>
          </a:p>
          <a:p>
            <a:pPr lvl="1"/>
            <a:r>
              <a:rPr lang="cs-CZ" sz="2800" dirty="0"/>
              <a:t>Grafika</a:t>
            </a:r>
          </a:p>
          <a:p>
            <a:pPr lvl="1"/>
            <a:r>
              <a:rPr lang="cs-CZ" sz="2800" dirty="0"/>
              <a:t>Debugging</a:t>
            </a:r>
          </a:p>
          <a:p>
            <a:pPr lvl="1"/>
            <a:r>
              <a:rPr lang="cs-CZ" sz="2800" dirty="0"/>
              <a:t>PHP</a:t>
            </a:r>
          </a:p>
          <a:p>
            <a:pPr lvl="1"/>
            <a:r>
              <a:rPr lang="cs-CZ" sz="2800" dirty="0" err="1"/>
              <a:t>MySQL</a:t>
            </a:r>
            <a:r>
              <a:rPr lang="cs-CZ" sz="2800" dirty="0"/>
              <a:t>(Teprve bude)</a:t>
            </a:r>
          </a:p>
          <a:p>
            <a:r>
              <a:rPr lang="cs-CZ" sz="2800" dirty="0"/>
              <a:t>Představení</a:t>
            </a:r>
          </a:p>
        </p:txBody>
      </p:sp>
      <p:pic>
        <p:nvPicPr>
          <p:cNvPr id="22" name="Obrázek 21">
            <a:extLst>
              <a:ext uri="{FF2B5EF4-FFF2-40B4-BE49-F238E27FC236}">
                <a16:creationId xmlns:a16="http://schemas.microsoft.com/office/drawing/2014/main" id="{93943F8F-6523-086B-FDF0-CB7E1785E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006" y="1167655"/>
            <a:ext cx="3499346" cy="2194082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30B4990E-90FC-4B49-8BC5-8DA4349284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92"/>
          <a:stretch/>
        </p:blipFill>
        <p:spPr>
          <a:xfrm>
            <a:off x="4867835" y="4907551"/>
            <a:ext cx="7324165" cy="194820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D827FC3A-9116-45CE-9059-EDBC4EABF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563" y="2143708"/>
            <a:ext cx="3817901" cy="226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4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3DA134-C531-7782-0A1F-E3E453BA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Použité Platformy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AF009B-AD5C-5349-12BD-EC295799C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2800" dirty="0"/>
              <a:t>Realizace projektu 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			Github</a:t>
            </a:r>
          </a:p>
          <a:p>
            <a:endParaRPr lang="cs-CZ" sz="2800" dirty="0"/>
          </a:p>
          <a:p>
            <a:r>
              <a:rPr lang="cs-CZ" sz="2800" dirty="0" err="1"/>
              <a:t>Scrum</a:t>
            </a:r>
            <a:r>
              <a:rPr lang="cs-CZ" sz="2800" dirty="0"/>
              <a:t>	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</a:t>
            </a:r>
            <a:r>
              <a:rPr lang="cs-CZ" sz="2800" dirty="0" err="1"/>
              <a:t>Jira</a:t>
            </a:r>
            <a:endParaRPr lang="cs-CZ" sz="2800" dirty="0"/>
          </a:p>
          <a:p>
            <a:endParaRPr lang="cs-CZ" sz="2800" dirty="0"/>
          </a:p>
          <a:p>
            <a:r>
              <a:rPr lang="cs-CZ" sz="2800" dirty="0"/>
              <a:t>Programování 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Visual Studio Code</a:t>
            </a:r>
          </a:p>
          <a:p>
            <a:endParaRPr lang="cs-CZ" sz="2800" dirty="0"/>
          </a:p>
          <a:p>
            <a:r>
              <a:rPr lang="cs-CZ" sz="2800" dirty="0"/>
              <a:t>Grafika 	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Aseprite, Libresprite</a:t>
            </a:r>
          </a:p>
          <a:p>
            <a:endParaRPr lang="cs-CZ" sz="2800" dirty="0"/>
          </a:p>
          <a:p>
            <a:r>
              <a:rPr lang="cs-CZ" sz="2800" dirty="0"/>
              <a:t>Komunikace 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Discord</a:t>
            </a:r>
          </a:p>
          <a:p>
            <a:pPr marL="0" indent="0">
              <a:buNone/>
            </a:pP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29206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111D4-9016-727D-C495-F1C9C9BA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Budoucnost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8BC18F-9761-98C8-BF61-78B2B9FFD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Plánuje se pokračovat s projektem</a:t>
            </a:r>
          </a:p>
          <a:p>
            <a:r>
              <a:rPr lang="cs-CZ" dirty="0"/>
              <a:t>Nové karty, mechaniky, multiplayer…</a:t>
            </a: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6060F590-3127-4F09-F45E-A6D2CC15F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6" r="38822" b="4047"/>
          <a:stretch>
            <a:fillRect/>
          </a:stretch>
        </p:blipFill>
        <p:spPr>
          <a:xfrm>
            <a:off x="287126" y="5295004"/>
            <a:ext cx="1184156" cy="992261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E55CCAE1-6BDB-C2E3-A75C-44C483384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r="47223" b="7322"/>
          <a:stretch>
            <a:fillRect/>
          </a:stretch>
        </p:blipFill>
        <p:spPr>
          <a:xfrm>
            <a:off x="1764153" y="4837683"/>
            <a:ext cx="1550679" cy="1456595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E4761447-A519-FFD3-E87B-B0BC252C1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703" y="4157443"/>
            <a:ext cx="2280540" cy="2136835"/>
          </a:xfrm>
          <a:prstGeom prst="rect">
            <a:avLst/>
          </a:prstGeom>
        </p:spPr>
      </p:pic>
      <p:sp>
        <p:nvSpPr>
          <p:cNvPr id="14" name="Šipka: doprava 13">
            <a:extLst>
              <a:ext uri="{FF2B5EF4-FFF2-40B4-BE49-F238E27FC236}">
                <a16:creationId xmlns:a16="http://schemas.microsoft.com/office/drawing/2014/main" id="{C0CA7BD3-891E-84FC-9853-F3C65C544B8C}"/>
              </a:ext>
            </a:extLst>
          </p:cNvPr>
          <p:cNvSpPr/>
          <p:nvPr/>
        </p:nvSpPr>
        <p:spPr>
          <a:xfrm>
            <a:off x="287127" y="6439014"/>
            <a:ext cx="11684740" cy="258119"/>
          </a:xfrm>
          <a:prstGeom prst="rightArrow">
            <a:avLst/>
          </a:prstGeom>
          <a:solidFill>
            <a:srgbClr val="7030A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186793C4-9570-4BAE-AC6D-6ADCF24E4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968" y="2057401"/>
            <a:ext cx="1853585" cy="11177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824A8448-EA3E-4C6A-8E0B-CA14669CC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377" y="3541059"/>
            <a:ext cx="5725489" cy="271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8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4D08E0-E5C2-4CBB-C54F-975850C9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Představení vylepšení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C66AE3-55EA-AF7A-0F08-0F3C696AF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Zlepšení gameplaye:</a:t>
            </a:r>
          </a:p>
          <a:p>
            <a:r>
              <a:rPr lang="cs-CZ" dirty="0"/>
              <a:t>Lepší grafika</a:t>
            </a:r>
          </a:p>
          <a:p>
            <a:r>
              <a:rPr lang="cs-CZ" dirty="0"/>
              <a:t>Bodové počítání</a:t>
            </a:r>
          </a:p>
          <a:p>
            <a:r>
              <a:rPr lang="cs-CZ" dirty="0"/>
              <a:t>Možnost vyhazování karet</a:t>
            </a:r>
          </a:p>
          <a:p>
            <a:r>
              <a:rPr lang="cs-CZ" dirty="0"/>
              <a:t>Vyspělejší protivníkova AI</a:t>
            </a:r>
          </a:p>
          <a:p>
            <a:r>
              <a:rPr lang="cs-CZ" dirty="0"/>
              <a:t>Přidání vzdáleností</a:t>
            </a:r>
          </a:p>
          <a:p>
            <a:r>
              <a:rPr lang="cs-CZ" dirty="0"/>
              <a:t>Hodiny s tahy</a:t>
            </a:r>
          </a:p>
          <a:p>
            <a:r>
              <a:rPr lang="cs-CZ" dirty="0"/>
              <a:t>Nové postavy a efekty</a:t>
            </a:r>
          </a:p>
          <a:p>
            <a:r>
              <a:rPr lang="cs-CZ" dirty="0"/>
              <a:t>Stále pracujeme na zlepšení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9173803-8751-45C1-91E8-1AD744E2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778" y="2284208"/>
            <a:ext cx="6777317" cy="319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7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4DDCEE-95CC-9617-C7F1-597CF9E6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0" y="391840"/>
            <a:ext cx="8610600" cy="1293028"/>
          </a:xfrm>
        </p:spPr>
        <p:txBody>
          <a:bodyPr/>
          <a:lstStyle/>
          <a:p>
            <a:r>
              <a:rPr lang="cs-CZ" dirty="0"/>
              <a:t>Děkuji za pozornost</a:t>
            </a:r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A46F183C-5024-FD85-449F-136C6C184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133"/>
            <a:ext cx="12192000" cy="536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70518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ační stopa">
  <a:themeElements>
    <a:clrScheme name="Kondenzační stopa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zační stopa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ační stopa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TM04033937[[fn=Kondenzační stopa]]</Template>
  <TotalTime>97</TotalTime>
  <Words>123</Words>
  <Application>Microsoft Office PowerPoint</Application>
  <PresentationFormat>Širokoúhlá obrazovka</PresentationFormat>
  <Paragraphs>37</Paragraphs>
  <Slides>6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</vt:lpstr>
      <vt:lpstr>Kondenzační stopa</vt:lpstr>
      <vt:lpstr>MagiKarts - pokračování</vt:lpstr>
      <vt:lpstr>Historie</vt:lpstr>
      <vt:lpstr>Použité Platformy</vt:lpstr>
      <vt:lpstr>Budoucnost</vt:lpstr>
      <vt:lpstr>Představení vylepšení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MagiKarts - pokračování</dc:title>
  <dc:creator>Oliver Götz</dc:creator>
  <cp:lastModifiedBy>Oliver Götz</cp:lastModifiedBy>
  <cp:revision>23</cp:revision>
  <dcterms:created xsi:type="dcterms:W3CDTF">2026-03-04T20:45:50Z</dcterms:created>
  <dcterms:modified xsi:type="dcterms:W3CDTF">2026-06-17T07:10:20Z</dcterms:modified>
</cp:coreProperties>
</file>